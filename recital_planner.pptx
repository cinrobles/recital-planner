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914400"/>
            <a:ext cx="3200400" cy="32004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-365760"/>
            <a:ext cx="2011680" cy="2011680"/>
          </a:xfrm>
          <a:prstGeom prst="ellipse">
            <a:avLst/>
          </a:prstGeom>
          <a:solidFill>
            <a:srgbClr val="A78BFA">
              <a:alpha val="12000"/>
            </a:srgbClr>
          </a:solidFill>
          <a:ln w="12700">
            <a:solidFill>
              <a:srgbClr val="A78BFA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914400"/>
            <a:ext cx="2011680" cy="292608"/>
          </a:xfrm>
          <a:prstGeom prst="rect">
            <a:avLst/>
          </a:prstGeom>
          <a:solidFill>
            <a:srgbClr val="7C3AED">
              <a:alpha val="30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9144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A78BFA"/>
                </a:solidFill>
              </a:rPr>
              <a:t>PROYECTO CURSO - 2025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137160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200" b="1" dirty="0">
                <a:solidFill>
                  <a:srgbClr val="FFFFFF"/>
                </a:solidFill>
              </a:rPr>
              <a:t>Recital</a:t>
            </a:r>
            <a:endParaRPr lang="en-US" sz="72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7200" b="1" dirty="0">
                <a:solidFill>
                  <a:srgbClr val="FFFFFF"/>
                </a:solidFill>
              </a:rPr>
              <a:t>Planner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594360" y="33832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B8CA0"/>
                </a:solidFill>
              </a:rPr>
              <a:t>Planifica tu recital perfecto con inteligencia artificial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1D2B"/>
          </a:solidFill>
          <a:ln w="12700">
            <a:solidFill>
              <a:srgbClr val="1E1D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4754880"/>
            <a:ext cx="45720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8CA0"/>
                </a:solidFill>
              </a:rPr>
              <a:t>Documentacion - v0.1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D2B"/>
          </a:solidFill>
          <a:ln w="12700">
            <a:solidFill>
              <a:srgbClr val="1E1D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01 — La Idea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931920" cy="3474720"/>
          </a:xfrm>
          <a:prstGeom prst="rect">
            <a:avLst/>
          </a:prstGeom>
          <a:solidFill>
            <a:srgbClr val="2A2840"/>
          </a:solidFill>
          <a:ln w="12700">
            <a:solidFill>
              <a:srgbClr val="2A28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43000"/>
            <a:ext cx="3931920" cy="384048"/>
          </a:xfrm>
          <a:prstGeom prst="rect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430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78BFA"/>
                </a:solidFill>
              </a:rPr>
              <a:t>Vos le decis...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709928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7099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68680" y="16642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 que recital vas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19202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8CA0"/>
                </a:solidFill>
              </a:rPr>
              <a:t>Artista, fecha, venue, ciudad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514600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5146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68680" y="2468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 quien vas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272491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8CA0"/>
                </a:solidFill>
              </a:rPr>
              <a:t>Solo, pareja, grupo de amigos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319272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3192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68680" y="32735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Tu presupuesto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352958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8CA0"/>
                </a:solidFill>
              </a:rPr>
              <a:t>Estimado para el dia del evento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70832" y="23317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C3AED"/>
                </a:solidFill>
              </a:rPr>
              <a:t>-&gt;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4846320" y="1143000"/>
            <a:ext cx="3931920" cy="3474720"/>
          </a:xfrm>
          <a:prstGeom prst="rect">
            <a:avLst/>
          </a:prstGeom>
          <a:solidFill>
            <a:srgbClr val="2A2840"/>
          </a:solidFill>
          <a:ln w="12700">
            <a:solidFill>
              <a:srgbClr val="2A28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1143000"/>
            <a:ext cx="3931920" cy="384048"/>
          </a:xfrm>
          <a:prstGeom prst="rect">
            <a:avLst/>
          </a:prstGeom>
          <a:solidFill>
            <a:srgbClr val="2DD4BF">
              <a:alpha val="40000"/>
            </a:srgbClr>
          </a:solidFill>
          <a:ln w="12700">
            <a:solidFill>
              <a:srgbClr val="2DD4BF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11430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D4BF"/>
                </a:solidFill>
              </a:rPr>
              <a:t>La app te arma...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46320" y="1728216"/>
            <a:ext cx="45720" cy="20116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16642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Outfit del dia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0" y="19202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8CA0"/>
                </a:solidFill>
              </a:rPr>
              <a:t>Segun clima + tipo de show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2532888"/>
            <a:ext cx="4572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24688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Horarios y como ir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29200" y="272491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8CA0"/>
                </a:solidFill>
              </a:rPr>
              <a:t>Llegada, transporte, salida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3337560"/>
            <a:ext cx="45720" cy="2011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32735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Checklist completo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029200" y="352958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8CA0"/>
                </a:solidFill>
              </a:rPr>
              <a:t>Entrada, transporte, plata, etc.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8CA0"/>
                </a:solidFill>
              </a:rPr>
              <a:t>Un asistente AI que resuelve toda la logistica pre-recital en menos de 2 minutos.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D2B"/>
          </a:solidFill>
          <a:ln w="12700">
            <a:solidFill>
              <a:srgbClr val="1E1D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 — Hipotesis Central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1737360"/>
          </a:xfrm>
          <a:prstGeom prst="rect">
            <a:avLst/>
          </a:prstGeom>
          <a:solidFill>
            <a:srgbClr val="2A2840"/>
          </a:solidFill>
          <a:ln w="12700">
            <a:solidFill>
              <a:srgbClr val="2A28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64008" cy="1737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88720"/>
            <a:ext cx="7955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FFFFF"/>
                </a:solidFill>
              </a:rPr>
              <a:t>Las personas que van a recitales pierden tiempo y energia resolviendo logistica basica porque no existe un lugar que concentre todo en un solo flujo.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3063240"/>
            <a:ext cx="2651760" cy="1600200"/>
          </a:xfrm>
          <a:prstGeom prst="rect">
            <a:avLst/>
          </a:prstGeom>
          <a:solidFill>
            <a:srgbClr val="2A2840"/>
          </a:solidFill>
          <a:ln w="12700">
            <a:solidFill>
              <a:srgbClr val="2A28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3063240"/>
            <a:ext cx="26517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154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7C3AED"/>
                </a:solidFill>
              </a:rPr>
              <a:t>Problema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3493008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Friccion pre-evento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0" y="3063240"/>
            <a:ext cx="2651760" cy="1600200"/>
          </a:xfrm>
          <a:prstGeom prst="rect">
            <a:avLst/>
          </a:prstGeom>
          <a:solidFill>
            <a:srgbClr val="2A2840"/>
          </a:solidFill>
          <a:ln w="12700">
            <a:solidFill>
              <a:srgbClr val="2A28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3063240"/>
            <a:ext cx="2651760" cy="5486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3154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2DD4BF"/>
                </a:solidFill>
              </a:rPr>
              <a:t>Solucion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37560" y="3493008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Planner contextual con AI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35040" y="3063240"/>
            <a:ext cx="2651760" cy="1600200"/>
          </a:xfrm>
          <a:prstGeom prst="rect">
            <a:avLst/>
          </a:prstGeom>
          <a:solidFill>
            <a:srgbClr val="2A2840"/>
          </a:solidFill>
          <a:ln w="12700">
            <a:solidFill>
              <a:srgbClr val="2A28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3063240"/>
            <a:ext cx="26517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3154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F59E0B"/>
                </a:solidFill>
              </a:rPr>
              <a:t>Apuesta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72200" y="3493008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Retencion por habito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5760" y="47091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8CA0"/>
                </a:solidFill>
              </a:rPr>
              <a:t>Si les das un asistente que, con 3 datos, arma outfit + horarios + checklist van a usarlo antes de cada evento y van a volver.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D2B"/>
          </a:solidFill>
          <a:ln w="12700">
            <a:solidFill>
              <a:srgbClr val="1E1D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 — Metrica de Validacion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8B8CA0"/>
                </a:solidFill>
              </a:rPr>
              <a:t>METRICA PRINCIPAL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Tasa de retorno: % de usuarios que usan la app para un segundo recital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4023360" cy="1508760"/>
          </a:xfrm>
          <a:prstGeom prst="rect">
            <a:avLst/>
          </a:prstGeom>
          <a:solidFill>
            <a:srgbClr val="2A2840"/>
          </a:solidFill>
          <a:ln w="12700">
            <a:solidFill>
              <a:srgbClr val="2A28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011680"/>
            <a:ext cx="40233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84832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59E0B"/>
                </a:solidFill>
              </a:rPr>
              <a:t>30%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48640" y="2788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Senal minima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063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8CA0"/>
                </a:solidFill>
              </a:rPr>
              <a:t>retorno en 60 dias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2011680"/>
            <a:ext cx="4023360" cy="1508760"/>
          </a:xfrm>
          <a:prstGeom prst="rect">
            <a:avLst/>
          </a:prstGeom>
          <a:solidFill>
            <a:srgbClr val="2A2840"/>
          </a:solidFill>
          <a:ln w="12700">
            <a:solidFill>
              <a:srgbClr val="2A28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2011680"/>
            <a:ext cx="4023360" cy="5486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084832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2DD4BF"/>
                </a:solidFill>
              </a:rPr>
              <a:t>50%+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4846320" y="2788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Product-market fit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3063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8CA0"/>
                </a:solidFill>
              </a:rPr>
              <a:t>retorno en 60 dias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Por que esta metrica?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404164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B8CA0"/>
                </a:solidFill>
              </a:rPr>
              <a:t>Una sola sesion puede ser curiosidad. Dos sesiones son valor percibido. Si el usuario vuelve la proxima vez que tiene un evento, el producto resuelve un problema real.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1E1D2B"/>
          </a:solidFill>
          <a:ln w="12700">
            <a:solidFill>
              <a:srgbClr val="1E1D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B8CA0"/>
                </a:solidFill>
              </a:rPr>
              <a:t>Metrica secundaria: completitud del flujo — el usuario llega al final o abandona a mitad?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D2B"/>
          </a:solidFill>
          <a:ln w="12700">
            <a:solidFill>
              <a:srgbClr val="1E1D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04 — MVP - Version Minima Funcional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B8CA0"/>
                </a:solidFill>
              </a:rPr>
              <a:t>Un formulario de 3 campos + una pagina de resultados generada por IA. Sin cuentas, sin base de datos.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5029200" cy="2697480"/>
          </a:xfrm>
          <a:prstGeom prst="rect">
            <a:avLst/>
          </a:prstGeom>
          <a:solidFill>
            <a:srgbClr val="2A2840"/>
          </a:solidFill>
          <a:ln w="12700">
            <a:solidFill>
              <a:srgbClr val="2A28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54480"/>
            <a:ext cx="5029200" cy="347472"/>
          </a:xfrm>
          <a:prstGeom prst="rect">
            <a:avLst/>
          </a:prstGeom>
          <a:solidFill>
            <a:srgbClr val="2DD4BF">
              <a:alpha val="40000"/>
            </a:srgbClr>
          </a:solidFill>
          <a:ln w="12700">
            <a:solidFill>
              <a:srgbClr val="2DD4B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5448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2DD4BF"/>
                </a:solidFill>
              </a:rPr>
              <a:t>Incluye en v0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084832"/>
            <a:ext cx="137160" cy="13716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01168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Input: artista, ciudad/fecha, compania, presupuesto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596896"/>
            <a:ext cx="137160" cy="13716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523744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Consulta automatica del clima para la fecha y ciudad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108960"/>
            <a:ext cx="137160" cy="13716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03580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Output: outfit, horario y como ir, checklist de 5-7 items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621024"/>
            <a:ext cx="137160" cy="13716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354787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Boton Compartir plan - primer loop de distribucion organica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577840" y="1554480"/>
            <a:ext cx="3200400" cy="2697480"/>
          </a:xfrm>
          <a:prstGeom prst="rect">
            <a:avLst/>
          </a:prstGeom>
          <a:solidFill>
            <a:srgbClr val="2A2840"/>
          </a:solidFill>
          <a:ln w="12700">
            <a:solidFill>
              <a:srgbClr val="2A28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77840" y="1554480"/>
            <a:ext cx="3200400" cy="347472"/>
          </a:xfrm>
          <a:prstGeom prst="rect">
            <a:avLst/>
          </a:prstGeom>
          <a:solidFill>
            <a:srgbClr val="991B1B">
              <a:alpha val="60000"/>
            </a:srgbClr>
          </a:solidFill>
          <a:ln w="12700">
            <a:solidFill>
              <a:srgbClr val="991B1B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15000" y="15544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FCA5A5"/>
                </a:solidFill>
              </a:rPr>
              <a:t>No incluye (v1+)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715000" y="2130552"/>
            <a:ext cx="137160" cy="0"/>
          </a:xfrm>
          <a:prstGeom prst="line">
            <a:avLst/>
          </a:prstGeom>
          <a:noFill/>
          <a:ln w="19050">
            <a:solidFill>
              <a:srgbClr val="FCA5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20116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8CA0"/>
                </a:solidFill>
              </a:rPr>
              <a:t>Login / cuentas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715000" y="2560320"/>
            <a:ext cx="137160" cy="0"/>
          </a:xfrm>
          <a:prstGeom prst="line">
            <a:avLst/>
          </a:prstGeom>
          <a:noFill/>
          <a:ln w="19050">
            <a:solidFill>
              <a:srgbClr val="FCA5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244144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8CA0"/>
                </a:solidFill>
              </a:rPr>
              <a:t>Historial de planes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715000" y="2990088"/>
            <a:ext cx="137160" cy="0"/>
          </a:xfrm>
          <a:prstGeom prst="line">
            <a:avLst/>
          </a:prstGeom>
          <a:noFill/>
          <a:ln w="19050">
            <a:solidFill>
              <a:srgbClr val="FCA5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287121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8CA0"/>
                </a:solidFill>
              </a:rPr>
              <a:t>Perfil de usuario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715000" y="3419856"/>
            <a:ext cx="137160" cy="0"/>
          </a:xfrm>
          <a:prstGeom prst="line">
            <a:avLst/>
          </a:prstGeom>
          <a:noFill/>
          <a:ln w="19050">
            <a:solidFill>
              <a:srgbClr val="FCA5A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3300984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8CA0"/>
                </a:solidFill>
              </a:rPr>
              <a:t>Mapas del venue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715000" y="3849624"/>
            <a:ext cx="137160" cy="0"/>
          </a:xfrm>
          <a:prstGeom prst="line">
            <a:avLst/>
          </a:prstGeom>
          <a:noFill/>
          <a:ln w="19050">
            <a:solidFill>
              <a:srgbClr val="FCA5A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0" y="373075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8CA0"/>
                </a:solidFill>
              </a:rPr>
              <a:t>Setlist / musica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4434840"/>
            <a:ext cx="8412480" cy="548640"/>
          </a:xfrm>
          <a:prstGeom prst="rect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4348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78BFA"/>
                </a:solidFill>
              </a:rPr>
              <a:t>Objetivo del MVP: descubrir si el usuario vuelve activamente antes del proximo recital — no si lo usa una vez.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D2B"/>
          </a:solidFill>
          <a:ln w="12700">
            <a:solidFill>
              <a:srgbClr val="1E1D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05 — Analisis del Producto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931920" cy="3931920"/>
          </a:xfrm>
          <a:prstGeom prst="rect">
            <a:avLst/>
          </a:prstGeom>
          <a:solidFill>
            <a:srgbClr val="2A2840"/>
          </a:solidFill>
          <a:ln w="12700">
            <a:solidFill>
              <a:srgbClr val="2A28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3931920" cy="365760"/>
          </a:xfrm>
          <a:prstGeom prst="rect">
            <a:avLst/>
          </a:prstGeom>
          <a:solidFill>
            <a:srgbClr val="2DD4BF">
              <a:alpha val="45000"/>
            </a:srgbClr>
          </a:solidFill>
          <a:ln w="12700">
            <a:solidFill>
              <a:srgbClr val="2DD4BF">
                <a:alpha val="4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D4BF"/>
                </a:solidFill>
              </a:rPr>
              <a:t>Lo que esta bien resuelto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554480"/>
            <a:ext cx="201168" cy="201168"/>
          </a:xfrm>
          <a:prstGeom prst="ellipse">
            <a:avLst/>
          </a:prstGeom>
          <a:solidFill>
            <a:srgbClr val="2DD4BF">
              <a:alpha val="70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5544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D4BF"/>
                </a:solidFill>
              </a:rPr>
              <a:t>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04672" y="150876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Problema concreto y real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4672" y="178308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8CA0"/>
                </a:solidFill>
              </a:rPr>
              <a:t>La friccion pre-recital es vivida por cualquiera que haya ido a un show.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651760"/>
            <a:ext cx="201168" cy="201168"/>
          </a:xfrm>
          <a:prstGeom prst="ellipse">
            <a:avLst/>
          </a:prstGeom>
          <a:solidFill>
            <a:srgbClr val="2DD4BF">
              <a:alpha val="70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6517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D4BF"/>
                </a:solidFill>
              </a:rPr>
              <a:t>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04672" y="260604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Momento de uso claro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4672" y="288036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8CA0"/>
                </a:solidFill>
              </a:rPr>
              <a:t>El usuario sabe exactamente cuando y por que abriria la app.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749040"/>
            <a:ext cx="201168" cy="201168"/>
          </a:xfrm>
          <a:prstGeom prst="ellipse">
            <a:avLst/>
          </a:prstGeom>
          <a:solidFill>
            <a:srgbClr val="2DD4BF">
              <a:alpha val="70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749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D4BF"/>
                </a:solidFill>
              </a:rPr>
              <a:t>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04672" y="370332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Loop de distribucion natural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4672" y="397764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8CA0"/>
                </a:solidFill>
              </a:rPr>
              <a:t>Compartir el plan con el grupo de WhatsApp trae usuarios nuevos sin costo.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1005840"/>
            <a:ext cx="4206240" cy="3931920"/>
          </a:xfrm>
          <a:prstGeom prst="rect">
            <a:avLst/>
          </a:prstGeom>
          <a:solidFill>
            <a:srgbClr val="2A2840"/>
          </a:solidFill>
          <a:ln w="12700">
            <a:solidFill>
              <a:srgbClr val="2A28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1005840"/>
            <a:ext cx="4206240" cy="365760"/>
          </a:xfrm>
          <a:prstGeom prst="rect">
            <a:avLst/>
          </a:prstGeom>
          <a:solidFill>
            <a:srgbClr val="F59E0B">
              <a:alpha val="45000"/>
            </a:srgbClr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Tensiones a tener en cuenta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1581912"/>
            <a:ext cx="201168" cy="164592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10912" y="150876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Frecuencia de uso baja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10912" y="178308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8CA0"/>
                </a:solidFill>
              </a:rPr>
              <a:t>3 a 6 recitales al ano hace dificil construir habito.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2679192"/>
            <a:ext cx="201168" cy="164592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0912" y="260604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Outfit es subjetivo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10912" y="288036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8CA0"/>
                </a:solidFill>
              </a:rPr>
              <a:t>El output mas llamativo pero el mas dificil de hacer bien.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3776472"/>
            <a:ext cx="201168" cy="164592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10912" y="370332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Clima puede quedar desactualizado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10912" y="397764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8CA0"/>
                </a:solidFill>
              </a:rPr>
              <a:t>Planificar una semana antes puede dejar el pronostico viejo.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78BFA"/>
                </a:solidFill>
              </a:rPr>
              <a:t>Ninguna tension invalida la idea.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D2B"/>
          </a:solidFill>
          <a:ln w="12700">
            <a:solidFill>
              <a:srgbClr val="1E1D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06 — Usuario Ideal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960120" cy="960120"/>
          </a:xfrm>
          <a:prstGeom prst="ellipse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78992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A78BFA"/>
                </a:solidFill>
              </a:rPr>
              <a:t>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463040" y="109728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Sofia, 26 anos - Buenos Aires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8CA0"/>
                </a:solidFill>
              </a:rPr>
              <a:t>Trabaja en oficina. Va a 4-5 recitales por ano con su grupo.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03120"/>
            <a:ext cx="2743200" cy="2788920"/>
          </a:xfrm>
          <a:prstGeom prst="rect">
            <a:avLst/>
          </a:prstGeom>
          <a:solidFill>
            <a:srgbClr val="2A2840"/>
          </a:solidFill>
          <a:ln w="12700">
            <a:solidFill>
              <a:srgbClr val="2A28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103120"/>
            <a:ext cx="274320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762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Motivaciones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670048"/>
            <a:ext cx="64008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57860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8CA0"/>
                </a:solidFill>
              </a:rPr>
              <a:t>Pasarla bien sin que la logistica arruine la previa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3218688"/>
            <a:ext cx="64008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12724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8CA0"/>
                </a:solidFill>
              </a:rPr>
              <a:t>Llegar comoda y sin olvidarse nada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767328"/>
            <a:ext cx="64008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67588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8CA0"/>
                </a:solidFill>
              </a:rPr>
              <a:t>Coordinar el grupo facilmente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4315968"/>
            <a:ext cx="64008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22452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8CA0"/>
                </a:solidFill>
              </a:rPr>
              <a:t>Compartir cosas utiles con sus amigos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2103120"/>
            <a:ext cx="2743200" cy="2788920"/>
          </a:xfrm>
          <a:prstGeom prst="rect">
            <a:avLst/>
          </a:prstGeom>
          <a:solidFill>
            <a:srgbClr val="2A2840"/>
          </a:solidFill>
          <a:ln w="12700">
            <a:solidFill>
              <a:srgbClr val="2A28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91840" y="210312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21762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Dolores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29000" y="2670048"/>
            <a:ext cx="6400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57860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8CA0"/>
                </a:solidFill>
              </a:rPr>
              <a:t>Siempre hay algo que falla el dia del show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29000" y="3218688"/>
            <a:ext cx="6400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66160" y="312724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8CA0"/>
                </a:solidFill>
              </a:rPr>
              <a:t>El grupo coordina por mensajes dispersos en WhatsApp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29000" y="3767328"/>
            <a:ext cx="6400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66160" y="367588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8CA0"/>
                </a:solidFill>
              </a:rPr>
              <a:t>Es la organizadora: coordina entradas, persigue transferencias y carga con la responsabilidad si algo sale mal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2103120"/>
            <a:ext cx="2743200" cy="2788920"/>
          </a:xfrm>
          <a:prstGeom prst="rect">
            <a:avLst/>
          </a:prstGeom>
          <a:solidFill>
            <a:srgbClr val="2A2840"/>
          </a:solidFill>
          <a:ln w="12700">
            <a:solidFill>
              <a:srgbClr val="2A284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0" y="2103120"/>
            <a:ext cx="2743200" cy="5486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21762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D4BF"/>
                </a:solidFill>
              </a:rPr>
              <a:t>Contexto de uso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55080" y="2670048"/>
            <a:ext cx="64008" cy="6400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257860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8CA0"/>
                </a:solidFill>
              </a:rPr>
              <a:t>Abre la app 2-3 dias antes del evento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355080" y="3218688"/>
            <a:ext cx="64008" cy="6400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312724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8CA0"/>
                </a:solidFill>
              </a:rPr>
              <a:t>Usa el celular para todo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355080" y="3767328"/>
            <a:ext cx="64008" cy="6400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367588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8CA0"/>
                </a:solidFill>
              </a:rPr>
              <a:t>No va a crear una cuenta: quiere resultado inmediato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55080" y="4315968"/>
            <a:ext cx="64008" cy="6400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92240" y="422452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8CA0"/>
                </a:solidFill>
              </a:rPr>
              <a:t>Si le sirve, se la pasa a alguien del grupo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78BFA"/>
                </a:solidFill>
              </a:rPr>
              <a:t>Por que volveria: si el plan le resulto util, la proxima vez que tenga un show se va a acordar.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D2B"/>
          </a:solidFill>
          <a:ln w="12700">
            <a:solidFill>
              <a:srgbClr val="1E1D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07 — Flujo Principal de Uso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347472"/>
          </a:xfrm>
          <a:prstGeom prst="rect">
            <a:avLst/>
          </a:prstGeom>
          <a:solidFill>
            <a:srgbClr val="2A2840"/>
          </a:solidFill>
          <a:ln w="12700">
            <a:solidFill>
              <a:srgbClr val="8B8CA0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54864" cy="347472"/>
          </a:xfrm>
          <a:prstGeom prst="rect">
            <a:avLst/>
          </a:prstGeom>
          <a:solidFill>
            <a:srgbClr val="8B8CA0"/>
          </a:solidFill>
          <a:ln w="12700">
            <a:solidFill>
              <a:srgbClr val="8B8C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79576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Sofia tiene un recital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68680" y="1353312"/>
            <a:ext cx="0" cy="109728"/>
          </a:xfrm>
          <a:prstGeom prst="line">
            <a:avLst/>
          </a:prstGeom>
          <a:noFill/>
          <a:ln w="12700">
            <a:solidFill>
              <a:srgbClr val="8B8CA0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481328"/>
            <a:ext cx="8412480" cy="457200"/>
          </a:xfrm>
          <a:prstGeom prst="rect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481328"/>
            <a:ext cx="54864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591056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Abre Recital Planner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1792224"/>
            <a:ext cx="8138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8CA0"/>
                </a:solidFill>
              </a:rPr>
              <a:t>Sin login ni registro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68680" y="1938528"/>
            <a:ext cx="0" cy="109728"/>
          </a:xfrm>
          <a:prstGeom prst="line">
            <a:avLst/>
          </a:prstGeom>
          <a:noFill/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029968"/>
            <a:ext cx="8412480" cy="457200"/>
          </a:xfrm>
          <a:prstGeom prst="rect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029968"/>
            <a:ext cx="54864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139696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Completa el formulario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2340864"/>
            <a:ext cx="8138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8CA0"/>
                </a:solidFill>
              </a:rPr>
              <a:t>Artista · ciudad y fecha · compania · presupuesto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68680" y="2487168"/>
            <a:ext cx="0" cy="109728"/>
          </a:xfrm>
          <a:prstGeom prst="line">
            <a:avLst/>
          </a:prstGeom>
          <a:noFill/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578608"/>
            <a:ext cx="8412480" cy="457200"/>
          </a:xfrm>
          <a:prstGeom prst="rect">
            <a:avLst/>
          </a:prstGeom>
          <a:solidFill>
            <a:srgbClr val="2DD4BF">
              <a:alpha val="30000"/>
            </a:srgbClr>
          </a:solidFill>
          <a:ln w="12700">
            <a:solidFill>
              <a:srgbClr val="2DD4BF">
                <a:alpha val="7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578608"/>
            <a:ext cx="54864" cy="4572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688336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 app procesa con IA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2889504"/>
            <a:ext cx="8138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8CA0"/>
                </a:solidFill>
              </a:rPr>
              <a:t>Consulta clima · genera outfit · arma checklist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68680" y="3035808"/>
            <a:ext cx="0" cy="109728"/>
          </a:xfrm>
          <a:prstGeom prst="line">
            <a:avLst/>
          </a:prstGeom>
          <a:noFill/>
          <a:ln w="12700">
            <a:solidFill>
              <a:srgbClr val="2DD4BF">
                <a:alpha val="5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127248"/>
            <a:ext cx="8412480" cy="457200"/>
          </a:xfrm>
          <a:prstGeom prst="rect">
            <a:avLst/>
          </a:prstGeom>
          <a:solidFill>
            <a:srgbClr val="2DD4BF">
              <a:alpha val="30000"/>
            </a:srgbClr>
          </a:solidFill>
          <a:ln w="12700">
            <a:solidFill>
              <a:srgbClr val="2DD4BF">
                <a:alpha val="7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127248"/>
            <a:ext cx="54864" cy="4572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236976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Recibe su plan completo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3438144"/>
            <a:ext cx="8138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8CA0"/>
                </a:solidFill>
              </a:rPr>
              <a:t>Outfit · horario y como ir · checklist de 5-7 items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68680" y="3584448"/>
            <a:ext cx="0" cy="109728"/>
          </a:xfrm>
          <a:prstGeom prst="line">
            <a:avLst/>
          </a:prstGeom>
          <a:noFill/>
          <a:ln w="12700">
            <a:solidFill>
              <a:srgbClr val="2DD4BF">
                <a:alpha val="5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3675888"/>
            <a:ext cx="8412480" cy="457200"/>
          </a:xfrm>
          <a:prstGeom prst="rect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>
                <a:alpha val="7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675888"/>
            <a:ext cx="5486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785616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Comparte el plan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3986784"/>
            <a:ext cx="8138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8CA0"/>
                </a:solidFill>
              </a:rPr>
              <a:t>Manda el link al grupo de WhatsApp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68680" y="4133088"/>
            <a:ext cx="0" cy="109728"/>
          </a:xfrm>
          <a:prstGeom prst="line">
            <a:avLst/>
          </a:prstGeom>
          <a:noFill/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4224528"/>
            <a:ext cx="8412480" cy="347472"/>
          </a:xfrm>
          <a:prstGeom prst="rect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4224528"/>
            <a:ext cx="54864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4398264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Proximo recital — vuelve a la app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5760" y="4736592"/>
            <a:ext cx="8412480" cy="274320"/>
          </a:xfrm>
          <a:prstGeom prst="rect">
            <a:avLst/>
          </a:prstGeom>
          <a:solidFill>
            <a:srgbClr val="1E1D2B"/>
          </a:solidFill>
          <a:ln w="12700">
            <a:solidFill>
              <a:srgbClr val="1E1D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473659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8CA0"/>
                </a:solidFill>
              </a:rPr>
              <a:t>Si el usuario vuelve al proximo recital, el producto funciona.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D2B"/>
          </a:solidFill>
          <a:ln w="12700">
            <a:solidFill>
              <a:srgbClr val="1E1D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08 — Tipos de Pains del Usuario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743200" cy="3931920"/>
          </a:xfrm>
          <a:prstGeom prst="rect">
            <a:avLst/>
          </a:prstGeom>
          <a:solidFill>
            <a:srgbClr val="2A2840"/>
          </a:solidFill>
          <a:ln w="12700">
            <a:solidFill>
              <a:srgbClr val="2A28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2743200" cy="5486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115568"/>
            <a:ext cx="1005840" cy="256032"/>
          </a:xfrm>
          <a:prstGeom prst="rect">
            <a:avLst/>
          </a:prstGeom>
          <a:solidFill>
            <a:srgbClr val="2DD4BF">
              <a:alpha val="25000"/>
            </a:srgbClr>
          </a:solidFill>
          <a:ln w="12700">
            <a:solidFill>
              <a:srgbClr val="2DD4BF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155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</a:rPr>
              <a:t>Funcional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48132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Logistica dispersa en 4 o 5 apps distintas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14884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CA0"/>
                </a:solidFill>
              </a:rPr>
              <a:t>Clima, transporte, checklist — todo en lugares separados, sin un flujo que lo conecte.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3456432"/>
            <a:ext cx="2468880" cy="54864"/>
          </a:xfrm>
          <a:prstGeom prst="rect">
            <a:avLst/>
          </a:prstGeom>
          <a:solidFill>
            <a:srgbClr val="2DD4BF">
              <a:alpha val="40000"/>
            </a:srgbClr>
          </a:solidFill>
          <a:ln w="12700">
            <a:solidFill>
              <a:srgbClr val="2DD4BF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56616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DD4BF"/>
                </a:solidFill>
              </a:rPr>
              <a:t>Impacto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3785616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8CA0"/>
                </a:solidFill>
              </a:rPr>
              <a:t>Perdida de tiempo. Algo siempre se olvida el dia del evento.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1840" y="1005840"/>
            <a:ext cx="2743200" cy="3931920"/>
          </a:xfrm>
          <a:prstGeom prst="rect">
            <a:avLst/>
          </a:prstGeom>
          <a:solidFill>
            <a:srgbClr val="2A2840"/>
          </a:solidFill>
          <a:ln w="12700">
            <a:solidFill>
              <a:srgbClr val="2A28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100584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29000" y="1115568"/>
            <a:ext cx="1005840" cy="256032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11155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Emocional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29000" y="148132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Ansiedad por ser la organizadora del grupo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29000" y="214884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CA0"/>
                </a:solidFill>
              </a:rPr>
              <a:t>Sofia carga con la responsabilidad de que todo salga bien. Si algo falla, la culpa recae sobre ella.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29000" y="3456432"/>
            <a:ext cx="2468880" cy="54864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9000" y="356616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Impacto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29000" y="3785616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8CA0"/>
                </a:solidFill>
              </a:rPr>
              <a:t>Estres en los dias previos. Necesita sentir que tiene todo bajo control.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0" y="1005840"/>
            <a:ext cx="2743200" cy="3931920"/>
          </a:xfrm>
          <a:prstGeom prst="rect">
            <a:avLst/>
          </a:prstGeom>
          <a:solidFill>
            <a:srgbClr val="2A2840"/>
          </a:solidFill>
          <a:ln w="12700">
            <a:solidFill>
              <a:srgbClr val="2A28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1005840"/>
            <a:ext cx="274320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5080" y="1115568"/>
            <a:ext cx="1005840" cy="256032"/>
          </a:xfrm>
          <a:prstGeom prst="rect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11155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</a:rPr>
              <a:t>Social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55080" y="148132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Su reputacion dentro del grupo esta en juego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55080" y="214884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CA0"/>
                </a:solidFill>
              </a:rPr>
              <a:t>Compartir el plan la posiciona como la persona que tiene todo resuelto. Un plan que falla afecta su imagen.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55080" y="3456432"/>
            <a:ext cx="2468880" cy="54864"/>
          </a:xfrm>
          <a:prstGeom prst="rect">
            <a:avLst/>
          </a:prstGeom>
          <a:solidFill>
            <a:srgbClr val="A78BFA">
              <a:alpha val="40000"/>
            </a:srgbClr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356616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78BFA"/>
                </a:solidFill>
              </a:rPr>
              <a:t>Impacto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55080" y="3785616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8CA0"/>
                </a:solidFill>
              </a:rPr>
              <a:t>El boton de compartir no es solo distribucion — es gestion de imagen.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solidFill>
            <a:srgbClr val="1E1D2B"/>
          </a:solidFill>
          <a:ln w="12700">
            <a:solidFill>
              <a:srgbClr val="1E1D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8CA0"/>
                </a:solidFill>
              </a:rPr>
              <a:t>Estos tres pains se superponen en el mismo momento. Una sola pantalla con el plan los ataca a los tres.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D2B"/>
          </a:solidFill>
          <a:ln w="12700">
            <a:solidFill>
              <a:srgbClr val="1E1D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09 — Pain Prioritario y Estrategia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960120"/>
          </a:xfrm>
          <a:prstGeom prst="rect">
            <a:avLst/>
          </a:prstGeom>
          <a:solidFill>
            <a:srgbClr val="2A2840"/>
          </a:solidFill>
          <a:ln w="12700">
            <a:solidFill>
              <a:srgbClr val="2A28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64008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51560"/>
            <a:ext cx="7955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El mas critico es el emocional — pero el que hay que resolver primero es el funcional.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2194560"/>
            <a:ext cx="2743200" cy="2377440"/>
          </a:xfrm>
          <a:prstGeom prst="rect">
            <a:avLst/>
          </a:prstGeom>
          <a:solidFill>
            <a:srgbClr val="2A2840"/>
          </a:solidFill>
          <a:ln w="12700">
            <a:solidFill>
              <a:srgbClr val="2A28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194560"/>
            <a:ext cx="2743200" cy="5486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331720"/>
            <a:ext cx="347472" cy="347472"/>
          </a:xfrm>
          <a:prstGeom prst="ellipse">
            <a:avLst/>
          </a:prstGeom>
          <a:solidFill>
            <a:srgbClr val="2DD4BF">
              <a:alpha val="70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331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35915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D4BF"/>
                </a:solidFill>
              </a:rPr>
              <a:t>Resolver primero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60120" y="256032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8CA0"/>
                </a:solidFill>
              </a:rPr>
              <a:t>Funcional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2834640"/>
            <a:ext cx="24688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CA0"/>
                </a:solidFill>
              </a:rPr>
              <a:t>Sin logistica bien resuelta no hay alivio emocional posible.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91840" y="2194560"/>
            <a:ext cx="2743200" cy="2377440"/>
          </a:xfrm>
          <a:prstGeom prst="rect">
            <a:avLst/>
          </a:prstGeom>
          <a:solidFill>
            <a:srgbClr val="2A2840"/>
          </a:solidFill>
          <a:ln w="12700">
            <a:solidFill>
              <a:srgbClr val="2A28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219456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29000" y="2331720"/>
            <a:ext cx="347472" cy="347472"/>
          </a:xfrm>
          <a:prstGeom prst="ellipse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2331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86200" y="235915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El mas critico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86200" y="256032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8CA0"/>
                </a:solidFill>
              </a:rPr>
              <a:t>Emocional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29000" y="2834640"/>
            <a:ext cx="24688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CA0"/>
                </a:solidFill>
              </a:rPr>
              <a:t>La ansiedad de la organizadora es el motor que hace que Sofia busque una solucion.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2194560"/>
            <a:ext cx="2743200" cy="2377440"/>
          </a:xfrm>
          <a:prstGeom prst="rect">
            <a:avLst/>
          </a:prstGeom>
          <a:solidFill>
            <a:srgbClr val="2A2840"/>
          </a:solidFill>
          <a:ln w="12700">
            <a:solidFill>
              <a:srgbClr val="2A284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2194560"/>
            <a:ext cx="274320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55080" y="2331720"/>
            <a:ext cx="347472" cy="347472"/>
          </a:xfrm>
          <a:prstGeom prst="ellipse">
            <a:avLst/>
          </a:prstGeom>
          <a:solidFill>
            <a:srgbClr val="A78BFA">
              <a:alpha val="7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2331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FA"/>
                </a:solidFill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12280" y="235915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78BFA"/>
                </a:solidFill>
              </a:rPr>
              <a:t>Se resuelve solo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12280" y="256032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8CA0"/>
                </a:solidFill>
              </a:rPr>
              <a:t>Social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55080" y="2834640"/>
            <a:ext cx="24688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CA0"/>
                </a:solidFill>
              </a:rPr>
              <a:t>Si el funcional y el emocional estan bien resueltos, el social es consecuencia automatica.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78BFA"/>
                </a:solidFill>
              </a:rPr>
              <a:t>Implicacion para el MVP: el output tiene que ser confiable y completo.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D2B"/>
          </a:solidFill>
          <a:ln w="12700">
            <a:solidFill>
              <a:srgbClr val="1E1D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10 — Alternativas Actuales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743200" cy="3200400"/>
          </a:xfrm>
          <a:prstGeom prst="rect">
            <a:avLst/>
          </a:prstGeom>
          <a:solidFill>
            <a:srgbClr val="2A2840"/>
          </a:solidFill>
          <a:ln w="12700">
            <a:solidFill>
              <a:srgbClr val="2A28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2743200" cy="5486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97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Grupo de WhatsApp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DD4BF"/>
                </a:solidFill>
              </a:rPr>
              <a:t>Como resuelve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792224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B8CA0"/>
                </a:solidFill>
              </a:rPr>
              <a:t>Coordinacion en tiempo real: horarios, entradas, outfit.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679192"/>
            <a:ext cx="2468880" cy="36576"/>
          </a:xfrm>
          <a:prstGeom prst="rect">
            <a:avLst/>
          </a:prstGeom>
          <a:solidFill>
            <a:srgbClr val="444441"/>
          </a:solidFill>
          <a:ln w="12700">
            <a:solidFill>
              <a:srgbClr val="4444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77063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87171"/>
                </a:solidFill>
              </a:rPr>
              <a:t>Limitacion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2990088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B8CA0"/>
                </a:solidFill>
              </a:rPr>
              <a:t>La info se pierde entre mensajes. Genera ansiedad en quien organiza.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1005840"/>
            <a:ext cx="2743200" cy="3200400"/>
          </a:xfrm>
          <a:prstGeom prst="rect">
            <a:avLst/>
          </a:prstGeom>
          <a:solidFill>
            <a:srgbClr val="2A2840"/>
          </a:solidFill>
          <a:ln w="12700">
            <a:solidFill>
              <a:srgbClr val="2A28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100584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1097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Maps + app del clima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15727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Como resuelve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29000" y="1792224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B8CA0"/>
                </a:solidFill>
              </a:rPr>
              <a:t>Clima para el outfit. Maps para calcular la hora de salida.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29000" y="2679192"/>
            <a:ext cx="2468880" cy="36576"/>
          </a:xfrm>
          <a:prstGeom prst="rect">
            <a:avLst/>
          </a:prstGeom>
          <a:solidFill>
            <a:srgbClr val="444441"/>
          </a:solidFill>
          <a:ln w="12700">
            <a:solidFill>
              <a:srgbClr val="4444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277063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87171"/>
                </a:solidFill>
              </a:rPr>
              <a:t>Limitacion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29000" y="2990088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B8CA0"/>
                </a:solidFill>
              </a:rPr>
              <a:t>Dos apps que no hablan entre si. El resultado queda en la cabeza de Sofia.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1005840"/>
            <a:ext cx="2743200" cy="3200400"/>
          </a:xfrm>
          <a:prstGeom prst="rect">
            <a:avLst/>
          </a:prstGeom>
          <a:solidFill>
            <a:srgbClr val="2A2840"/>
          </a:solidFill>
          <a:ln w="12700">
            <a:solidFill>
              <a:srgbClr val="2A28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1005840"/>
            <a:ext cx="274320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1097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Notas / lista mental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55080" y="15727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78BFA"/>
                </a:solidFill>
              </a:rPr>
              <a:t>Como resuelve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55080" y="1792224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B8CA0"/>
                </a:solidFill>
              </a:rPr>
              <a:t>Checklist informal en Notas del celular o de memoria.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355080" y="2679192"/>
            <a:ext cx="2468880" cy="36576"/>
          </a:xfrm>
          <a:prstGeom prst="rect">
            <a:avLst/>
          </a:prstGeom>
          <a:solidFill>
            <a:srgbClr val="444441"/>
          </a:solidFill>
          <a:ln w="12700">
            <a:solidFill>
              <a:srgbClr val="44444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277063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87171"/>
                </a:solidFill>
              </a:rPr>
              <a:t>Limitacion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55080" y="2990088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B8CA0"/>
                </a:solidFill>
              </a:rPr>
              <a:t>Manual, no reutilizable y no adaptada al evento especifico.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370832"/>
            <a:ext cx="8412480" cy="658368"/>
          </a:xfrm>
          <a:prstGeom prst="rect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4370832"/>
            <a:ext cx="64008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44074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78BFA"/>
                </a:solidFill>
              </a:rPr>
              <a:t>Workaround: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4360" y="466344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B8CA0"/>
                </a:solidFill>
              </a:rPr>
              <a:t>Sofia manda 'che, a que hora salimos?' y desde ese mensaje improvisa toda la coordinacion. Ese workaround es exactamente lo que Recital Planner reemplaza.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D2B"/>
          </a:solidFill>
          <a:ln w="12700">
            <a:solidFill>
              <a:srgbClr val="1E1D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11 — Backend · Modelo de Datos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3977640" cy="1719072"/>
          </a:xfrm>
          <a:prstGeom prst="rect">
            <a:avLst/>
          </a:prstGeom>
          <a:solidFill>
            <a:srgbClr val="2A2840"/>
          </a:solidFill>
          <a:ln w="12700">
            <a:solidFill>
              <a:srgbClr val="2A28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39776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06424"/>
            <a:ext cx="36576" cy="1664208"/>
          </a:xfrm>
          <a:prstGeom prst="rect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143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Perfil de Usuario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1618488"/>
            <a:ext cx="109728" cy="109728"/>
          </a:xfrm>
          <a:prstGeom prst="ellipse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554480"/>
            <a:ext cx="3456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8CA0"/>
                </a:solidFill>
              </a:rPr>
              <a:t>Nombre y email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0352" y="2002536"/>
            <a:ext cx="109728" cy="109728"/>
          </a:xfrm>
          <a:prstGeom prst="ellipse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1938528"/>
            <a:ext cx="3456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8CA0"/>
                </a:solidFill>
              </a:rPr>
              <a:t>Preferencias de transporte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30352" y="2386584"/>
            <a:ext cx="109728" cy="109728"/>
          </a:xfrm>
          <a:prstGeom prst="ellipse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322576"/>
            <a:ext cx="3456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8CA0"/>
                </a:solidFill>
              </a:rPr>
              <a:t>Historial de recitales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1051560"/>
            <a:ext cx="3977640" cy="1719072"/>
          </a:xfrm>
          <a:prstGeom prst="rect">
            <a:avLst/>
          </a:prstGeom>
          <a:solidFill>
            <a:srgbClr val="2A2840"/>
          </a:solidFill>
          <a:ln w="12700">
            <a:solidFill>
              <a:srgbClr val="2A28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17720" y="1051560"/>
            <a:ext cx="3977640" cy="5486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17720" y="1106424"/>
            <a:ext cx="36576" cy="1664208"/>
          </a:xfrm>
          <a:prstGeom prst="rect">
            <a:avLst/>
          </a:prstGeom>
          <a:solidFill>
            <a:srgbClr val="2DD4BF">
              <a:alpha val="40000"/>
            </a:srgbClr>
          </a:solidFill>
          <a:ln w="12700">
            <a:solidFill>
              <a:srgbClr val="2DD4BF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1143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Entidad Recital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82312" y="1618488"/>
            <a:ext cx="109728" cy="109728"/>
          </a:xfrm>
          <a:prstGeom prst="ellipse">
            <a:avLst/>
          </a:prstGeom>
          <a:solidFill>
            <a:srgbClr val="2DD4BF">
              <a:alpha val="70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65192" y="1554480"/>
            <a:ext cx="3456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8CA0"/>
                </a:solidFill>
              </a:rPr>
              <a:t>Artista, fecha, venue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82312" y="2002536"/>
            <a:ext cx="109728" cy="109728"/>
          </a:xfrm>
          <a:prstGeom prst="ellipse">
            <a:avLst/>
          </a:prstGeom>
          <a:solidFill>
            <a:srgbClr val="2DD4BF">
              <a:alpha val="70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65192" y="1938528"/>
            <a:ext cx="3456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8CA0"/>
                </a:solidFill>
              </a:rPr>
              <a:t>Pronostico del clima (API)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82312" y="2386584"/>
            <a:ext cx="109728" cy="109728"/>
          </a:xfrm>
          <a:prstGeom prst="ellipse">
            <a:avLst/>
          </a:prstGeom>
          <a:solidFill>
            <a:srgbClr val="2DD4BF">
              <a:alpha val="70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65192" y="2322576"/>
            <a:ext cx="3456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8CA0"/>
                </a:solidFill>
              </a:rPr>
              <a:t>Horarios oficiales de apertura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2971800"/>
            <a:ext cx="3977640" cy="1719072"/>
          </a:xfrm>
          <a:prstGeom prst="rect">
            <a:avLst/>
          </a:prstGeom>
          <a:solidFill>
            <a:srgbClr val="2A2840"/>
          </a:solidFill>
          <a:ln w="12700">
            <a:solidFill>
              <a:srgbClr val="2A284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2971800"/>
            <a:ext cx="39776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3026664"/>
            <a:ext cx="36576" cy="1664208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3063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Logistica del Grupo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30352" y="3538728"/>
            <a:ext cx="109728" cy="109728"/>
          </a:xfrm>
          <a:prstGeom prst="ellipse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3474720"/>
            <a:ext cx="3456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8CA0"/>
                </a:solidFill>
              </a:rPr>
              <a:t>Punto de encuentro (GPS + hora)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30352" y="3922776"/>
            <a:ext cx="109728" cy="109728"/>
          </a:xfrm>
          <a:prstGeom prst="ellipse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" y="3858768"/>
            <a:ext cx="3456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8CA0"/>
                </a:solidFill>
              </a:rPr>
              <a:t>Transporte / parking / linea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30352" y="4306824"/>
            <a:ext cx="109728" cy="109728"/>
          </a:xfrm>
          <a:prstGeom prst="ellipse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3232" y="4242816"/>
            <a:ext cx="3456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8CA0"/>
                </a:solidFill>
              </a:rPr>
              <a:t>Checklist de outfit segun clima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17720" y="2971800"/>
            <a:ext cx="3977640" cy="1719072"/>
          </a:xfrm>
          <a:prstGeom prst="rect">
            <a:avLst/>
          </a:prstGeom>
          <a:solidFill>
            <a:srgbClr val="2A2840"/>
          </a:solidFill>
          <a:ln w="12700">
            <a:solidFill>
              <a:srgbClr val="2A284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17720" y="2971800"/>
            <a:ext cx="3977640" cy="54864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17720" y="3026664"/>
            <a:ext cx="36576" cy="1664208"/>
          </a:xfrm>
          <a:prstGeom prst="rect">
            <a:avLst/>
          </a:prstGeom>
          <a:solidFill>
            <a:srgbClr val="F87171">
              <a:alpha val="40000"/>
            </a:srgbClr>
          </a:solidFill>
          <a:ln w="12700">
            <a:solidFill>
              <a:srgbClr val="F87171">
                <a:alpha val="4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3063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Estado de Confirmacion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782312" y="3538728"/>
            <a:ext cx="109728" cy="109728"/>
          </a:xfrm>
          <a:prstGeom prst="ellipse">
            <a:avLst/>
          </a:prstGeom>
          <a:solidFill>
            <a:srgbClr val="F87171">
              <a:alpha val="70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65192" y="3474720"/>
            <a:ext cx="3456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8CA0"/>
                </a:solidFill>
              </a:rPr>
              <a:t>Quien leyo la info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82312" y="3922776"/>
            <a:ext cx="109728" cy="109728"/>
          </a:xfrm>
          <a:prstGeom prst="ellipse">
            <a:avLst/>
          </a:prstGeom>
          <a:solidFill>
            <a:srgbClr val="F87171">
              <a:alpha val="70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65192" y="3858768"/>
            <a:ext cx="3456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8CA0"/>
                </a:solidFill>
              </a:rPr>
              <a:t>Quien confirmo asistencia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82312" y="4306824"/>
            <a:ext cx="109728" cy="109728"/>
          </a:xfrm>
          <a:prstGeom prst="ellipse">
            <a:avLst/>
          </a:prstGeom>
          <a:solidFill>
            <a:srgbClr val="F87171">
              <a:alpha val="70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65192" y="4242816"/>
            <a:ext cx="3456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8CA0"/>
                </a:solidFill>
              </a:rPr>
              <a:t>Permisos del link (ver / editar)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5760" y="4736592"/>
            <a:ext cx="8412480" cy="274320"/>
          </a:xfrm>
          <a:prstGeom prst="rect">
            <a:avLst/>
          </a:prstGeom>
          <a:solidFill>
            <a:srgbClr val="1E1D2B"/>
          </a:solidFill>
          <a:ln w="12700">
            <a:solidFill>
              <a:srgbClr val="1E1D2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473659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8CA0"/>
                </a:solidFill>
              </a:rPr>
              <a:t>Las 4 entidades se relacionan entre si: un Recital tiene un Grupo, un Grupo tiene un Plan, un Plan tiene un Estado de Confirmacion.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D2B"/>
          </a:solidFill>
          <a:ln w="12700">
            <a:solidFill>
              <a:srgbClr val="1E1D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12 — Backend · Logica de Negocio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694944"/>
          </a:xfrm>
          <a:prstGeom prst="rect">
            <a:avLst/>
          </a:prstGeom>
          <a:solidFill>
            <a:srgbClr val="2A2840"/>
          </a:solidFill>
          <a:ln w="12700">
            <a:solidFill>
              <a:srgbClr val="2A28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24128"/>
            <a:ext cx="45720" cy="69494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25296"/>
            <a:ext cx="292608" cy="292608"/>
          </a:xfrm>
          <a:prstGeom prst="ellipse">
            <a:avLst/>
          </a:prstGeom>
          <a:solidFill>
            <a:srgbClr val="2DD4BF">
              <a:alpha val="75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25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107899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Sincronizacion de clima y outfit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1353312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8CA0"/>
                </a:solidFill>
              </a:rPr>
              <a:t>Consulta OpenWeather 48hs antes del evento. Si el pronostico cambia a lluvia, actualiza el checklist y envia notificacion automatica a todo el grupo.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810512"/>
            <a:ext cx="8412480" cy="694944"/>
          </a:xfrm>
          <a:prstGeom prst="rect">
            <a:avLst/>
          </a:prstGeom>
          <a:solidFill>
            <a:srgbClr val="2A2840"/>
          </a:solidFill>
          <a:ln w="12700">
            <a:solidFill>
              <a:srgbClr val="2A28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810512"/>
            <a:ext cx="45720" cy="6949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011680"/>
            <a:ext cx="292608" cy="292608"/>
          </a:xfrm>
          <a:prstGeom prst="ellipse">
            <a:avLst/>
          </a:prstGeom>
          <a:solidFill>
            <a:srgbClr val="7C3AED">
              <a:alpha val="7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011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186537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Generacion de link unico de invitacion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2139696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8CA0"/>
                </a:solidFill>
              </a:rPr>
              <a:t>Crea una URL unica que la organizadora pega en WhatsApp. El backend gestiona quien entra y con que permisos (ver o editar el plan).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596896"/>
            <a:ext cx="8412480" cy="694944"/>
          </a:xfrm>
          <a:prstGeom prst="rect">
            <a:avLst/>
          </a:prstGeom>
          <a:solidFill>
            <a:srgbClr val="2A2840"/>
          </a:solidFill>
          <a:ln w="12700">
            <a:solidFill>
              <a:srgbClr val="2A28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596896"/>
            <a:ext cx="45720" cy="6949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2798064"/>
            <a:ext cx="292608" cy="292608"/>
          </a:xfrm>
          <a:prstGeom prst="ellipse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798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14400" y="26517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Calculo de itinerario automatico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2926080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8CA0"/>
                </a:solidFill>
              </a:rPr>
              <a:t>Desde la hora del show calcula hacia atras: Hora show - 2hs (entrada) - 1hs (viaje) = Hora de salida. El cronograma se genera solo.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383280"/>
            <a:ext cx="8412480" cy="694944"/>
          </a:xfrm>
          <a:prstGeom prst="rect">
            <a:avLst/>
          </a:prstGeom>
          <a:solidFill>
            <a:srgbClr val="2A2840"/>
          </a:solidFill>
          <a:ln w="12700">
            <a:solidFill>
              <a:srgbClr val="2A28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383280"/>
            <a:ext cx="45720" cy="69494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3584448"/>
            <a:ext cx="292608" cy="292608"/>
          </a:xfrm>
          <a:prstGeom prst="ellipse">
            <a:avLst/>
          </a:prstGeom>
          <a:solidFill>
            <a:srgbClr val="2DD4BF">
              <a:alpha val="75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584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</a:rPr>
              <a:t>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14400" y="343814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Consolidacion de notificaciones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3712464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8CA0"/>
                </a:solidFill>
              </a:rPr>
              <a:t>En lugar de 20 mensajes de WhatsApp, el backend procesa las actualizaciones y envia un solo resumen del dia o alerta de cambio de horario.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169664"/>
            <a:ext cx="8412480" cy="694944"/>
          </a:xfrm>
          <a:prstGeom prst="rect">
            <a:avLst/>
          </a:prstGeom>
          <a:solidFill>
            <a:srgbClr val="2A2840"/>
          </a:solidFill>
          <a:ln w="12700">
            <a:solidFill>
              <a:srgbClr val="2A284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4169664"/>
            <a:ext cx="45720" cy="694944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4370832"/>
            <a:ext cx="292608" cy="292608"/>
          </a:xfrm>
          <a:prstGeom prst="ellipse">
            <a:avLst/>
          </a:prstGeom>
          <a:solidFill>
            <a:srgbClr val="F87171">
              <a:alpha val="75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43708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7171"/>
                </a:solidFill>
              </a:rPr>
              <a:t>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14400" y="422452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Web scraping de horarios oficiales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14400" y="4498848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8CA0"/>
                </a:solidFill>
              </a:rPr>
              <a:t>Detecta y centraliza los horarios que las productoras suben a Instagram o X a ultimo momento, antes de que el grupo lo vea disperso.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4956048"/>
            <a:ext cx="8412480" cy="54864"/>
          </a:xfrm>
          <a:prstGeom prst="rect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6634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78BFA"/>
                </a:solidFill>
              </a:rPr>
              <a:t>El backend no solo guarda datos — reacciona automaticamente para quitarle carga mental a la organizadora.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2026-04-19T22:50:06Z</dcterms:created>
  <dcterms:modified xsi:type="dcterms:W3CDTF">2026-04-19T22:50:06Z</dcterms:modified>
</cp:coreProperties>
</file>